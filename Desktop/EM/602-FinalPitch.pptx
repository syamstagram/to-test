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71" r:id="rId5"/>
    <p:sldId id="259" r:id="rId6"/>
    <p:sldId id="257" r:id="rId7"/>
    <p:sldId id="260" r:id="rId8"/>
    <p:sldId id="265" r:id="rId9"/>
    <p:sldId id="268" r:id="rId10"/>
    <p:sldId id="273" r:id="rId11"/>
    <p:sldId id="274" r:id="rId12"/>
    <p:sldId id="269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3E36"/>
    <a:srgbClr val="ED1D56"/>
    <a:srgbClr val="000000"/>
    <a:srgbClr val="329E9D"/>
    <a:srgbClr val="68B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58" autoAdjust="0"/>
    <p:restoredTop sz="91565" autoAdjust="0"/>
  </p:normalViewPr>
  <p:slideViewPr>
    <p:cSldViewPr snapToGrid="0">
      <p:cViewPr varScale="1">
        <p:scale>
          <a:sx n="117" d="100"/>
          <a:sy n="117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F1491-FF97-41FA-8665-683BCA5395DC}" type="datetimeFigureOut">
              <a:rPr lang="en-US" smtClean="0"/>
              <a:t>12/4/24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B84FD-9A2D-4455-A4B4-3CD85234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4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E8-ACDF-4763-9619-4E29A92E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BEAC9-FB77-4324-A12E-166C4868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6CA6B-0F7D-41FB-931B-DB21CD55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7C314C-6BE8-4E37-86E1-0D2EECCF8590}"/>
              </a:ext>
            </a:extLst>
          </p:cNvPr>
          <p:cNvSpPr/>
          <p:nvPr userDrawn="1"/>
        </p:nvSpPr>
        <p:spPr>
          <a:xfrm>
            <a:off x="7488006" y="5474695"/>
            <a:ext cx="5119041" cy="13794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D08587-2C0C-4276-B2CD-C08C77FA2F9E}"/>
              </a:ext>
            </a:extLst>
          </p:cNvPr>
          <p:cNvSpPr/>
          <p:nvPr userDrawn="1"/>
        </p:nvSpPr>
        <p:spPr>
          <a:xfrm>
            <a:off x="8719225" y="4593076"/>
            <a:ext cx="4614153" cy="1123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picture containing logo&#10;&#10;Description automatically generated">
            <a:extLst>
              <a:ext uri="{FF2B5EF4-FFF2-40B4-BE49-F238E27FC236}">
                <a16:creationId xmlns:a16="http://schemas.microsoft.com/office/drawing/2014/main" id="{69A7E5AB-AE52-4619-AD2E-1B9337A7FD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138"/>
          <a:stretch/>
        </p:blipFill>
        <p:spPr>
          <a:xfrm>
            <a:off x="4558247" y="-373326"/>
            <a:ext cx="7834791" cy="751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6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4D61-8F33-42E1-A635-44578848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venir Next LT Pro" panose="020B05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06B86-9214-4701-9096-7708E8B6F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venir Next LT Pro Light" panose="020B0304020202020204" pitchFamily="34" charset="0"/>
              </a:defRPr>
            </a:lvl1pPr>
            <a:lvl2pPr>
              <a:defRPr>
                <a:latin typeface="Avenir Next LT Pro Light" panose="020B0304020202020204" pitchFamily="34" charset="0"/>
              </a:defRPr>
            </a:lvl2pPr>
            <a:lvl3pPr>
              <a:defRPr>
                <a:latin typeface="Avenir Next LT Pro Light" panose="020B0304020202020204" pitchFamily="34" charset="0"/>
              </a:defRPr>
            </a:lvl3pPr>
            <a:lvl4pPr>
              <a:defRPr>
                <a:latin typeface="Avenir Next LT Pro Light" panose="020B0304020202020204" pitchFamily="34" charset="0"/>
              </a:defRPr>
            </a:lvl4pPr>
            <a:lvl5pPr>
              <a:defRPr>
                <a:latin typeface="Avenir Next LT Pro Light" panose="020B03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F09B2-C863-48C1-8566-75F865CE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</p:spPr>
        <p:txBody>
          <a:bodyPr/>
          <a:lstStyle>
            <a:lvl1pPr>
              <a:defRPr>
                <a:latin typeface="Avenir Next LT Pro Light" panose="020B0304020202020204" pitchFamily="34" charset="0"/>
              </a:defRPr>
            </a:lvl1pPr>
          </a:lstStyle>
          <a:p>
            <a:fld id="{F2049255-CAE0-4A7F-8C52-2930B3657825}" type="datetimeFigureOut">
              <a:rPr lang="en-US" smtClean="0"/>
              <a:pPr/>
              <a:t>12/4/24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A6051-5C60-4A2D-951F-2399E160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 LT Pro Light" panose="020B03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BFA5B-0108-4201-846D-8B705CB0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 LT Pro Light" panose="020B0304020202020204" pitchFamily="34" charset="0"/>
              </a:defRPr>
            </a:lvl1pPr>
          </a:lstStyle>
          <a:p>
            <a:fld id="{F43C8CE5-C9C4-4C6D-834F-B7EBA8A160D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0C7EBB7D-8B2D-4AF4-82F9-5C2F1E394D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3" y="6416329"/>
            <a:ext cx="998592" cy="3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12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B2FE-DDC3-45BD-B804-FABBB94A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7ACFA-3FDD-4776-875D-FDB60AA37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4EFC6-DACC-404A-8217-57DC3C3AE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14287-CD24-4BDC-984F-AF429011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4A352-3BD8-4F67-8AB7-5893C52D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4B8A-DF01-4F9C-B279-05797E13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70409-A900-413A-A525-0E9A2A1BD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BCE5E-D0F9-47A0-A97A-1C00D2814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4B362-F1AE-4A40-9CAE-7C8004CC0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C8CDD-6D04-40F1-84AE-1BF7986A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F476E-2D79-4AFD-B61F-575711EB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4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4496-7D6B-4775-9774-73D44A3A0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55DB7-82E4-4408-89A6-8FA153F73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63750-FE85-445C-A87A-915D728BC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99835-D3EA-41A4-A5F4-6B610C7F3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C62F3-EB0B-4557-BC89-FFCD0B50A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D55BE5-AF67-4B0C-8C52-412CE95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CE6B10-6304-4AE9-9F1A-D5D80175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151A0D-4437-4389-8B0F-298F585E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8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14A8-6A6D-4C8C-811D-5CE500F1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523F7-1BF2-485F-AAC1-FA2DB9E3B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09231-B164-42C5-AE5B-3E2C28CD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5FC02-0B30-4230-B9A1-E53AE253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8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5CE51-536E-4173-B3B5-7178853D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C5F82-8F52-4F58-9347-F970DABA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16C5F-5990-469E-926A-3F799C98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6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E785-5CCC-42E2-9BE3-6B40C14C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2B0E-1094-4316-9FC2-F1850BD0C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59AFA-ECEE-4894-93F5-8232DD29A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FA227-5C9F-40BF-AA5E-5561A001D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62737-C201-41CC-8101-E52B27CC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258E0-A540-49D8-A37B-7E8D37C5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2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1B58E-85DB-48A6-8B57-7F0BA4B9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E861A-82EF-4950-BF90-EA828803F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9346A-D3EC-4168-BEB4-9AC4D1E11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E8E23-8497-4539-993E-A5FBCB9A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1C9CE-C2D7-4C95-ADA3-CEA1C3C54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773BE-3BB9-4ED5-88CD-C2495513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6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F21A-1DC0-49A4-9A51-9B92359F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E3C03-DDF4-4E15-8831-0076C72FC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634FC-6D31-46BA-8FD3-26508818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809A3-D7A4-4071-AE13-8E8066CA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1A804-6CF4-4C81-8482-412800D1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8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D41DC-1A88-4099-A77B-4DD4A027E7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83F-D2F9-4CA5-9A41-7F4981769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DF1FB-DB27-43FE-A430-51C460D5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BB470-72D4-4BAF-8FAA-E108A04F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E5E09-D5C5-4945-8CC9-8560BCD1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0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B7EB7-A033-42F6-A8BE-DF583712D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C9B4A-4351-4C5E-9B1E-402083C8F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300AC-EB2D-482F-9A2E-50CAF7787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49255-CAE0-4A7F-8C52-2930B365782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3B146-B95E-4B03-9B9D-AB8B07CE2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D3DA3-FD93-46F1-A597-501394EA9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C8CE5-C9C4-4C6D-834F-B7EBA8A1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B4C3-7245-433E-8173-911718C75223}"/>
              </a:ext>
            </a:extLst>
          </p:cNvPr>
          <p:cNvSpPr txBox="1">
            <a:spLocks/>
          </p:cNvSpPr>
          <p:nvPr/>
        </p:nvSpPr>
        <p:spPr>
          <a:xfrm>
            <a:off x="2468804" y="1778144"/>
            <a:ext cx="6633210" cy="120814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all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venir Next LT Pro" panose="020B0502020104020203"/>
                <a:ea typeface="+mj-ea"/>
                <a:cs typeface="+mj-cs"/>
              </a:rPr>
              <a:t>Manufacturing of Glass Water Bottle-</a:t>
            </a:r>
            <a:r>
              <a:rPr kumimoji="0" lang="en-US" sz="2400" b="0" i="0" u="none" strike="noStrike" kern="1200" cap="all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venir Next LT Pro" panose="020B0502020104020203"/>
                <a:ea typeface="+mj-ea"/>
                <a:cs typeface="+mj-cs"/>
              </a:rPr>
              <a:t>GlasSSpring</a:t>
            </a:r>
            <a:endParaRPr kumimoji="0" lang="en-US" sz="2400" b="0" i="0" u="none" strike="noStrike" kern="1200" cap="all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venir Next LT Pro" panose="020B0502020104020203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0F258-A063-4548-8819-7C8C56AB5016}"/>
              </a:ext>
            </a:extLst>
          </p:cNvPr>
          <p:cNvSpPr txBox="1">
            <a:spLocks/>
          </p:cNvSpPr>
          <p:nvPr/>
        </p:nvSpPr>
        <p:spPr>
          <a:xfrm>
            <a:off x="165927" y="4428287"/>
            <a:ext cx="5298385" cy="12081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D5873A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endParaRPr kumimoji="0" lang="en-US" sz="1600" b="0" i="0" u="none" strike="noStrike" kern="1200" cap="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Next LT Pro" panose="020B0502020104020203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519305-D9CA-475B-812C-10D3D1599C59}"/>
              </a:ext>
            </a:extLst>
          </p:cNvPr>
          <p:cNvSpPr/>
          <p:nvPr/>
        </p:nvSpPr>
        <p:spPr>
          <a:xfrm>
            <a:off x="275121" y="6483814"/>
            <a:ext cx="43873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Audience : Investors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3F654-D640-48D9-9A21-FFB576358DF8}"/>
              </a:ext>
            </a:extLst>
          </p:cNvPr>
          <p:cNvSpPr/>
          <p:nvPr/>
        </p:nvSpPr>
        <p:spPr>
          <a:xfrm>
            <a:off x="1998421" y="6483811"/>
            <a:ext cx="43873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Date:4</a:t>
            </a:r>
            <a:r>
              <a:rPr lang="en-US" sz="1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th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 Dec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11743-F1A8-4124-A909-4BF4876D6135}"/>
              </a:ext>
            </a:extLst>
          </p:cNvPr>
          <p:cNvSpPr/>
          <p:nvPr/>
        </p:nvSpPr>
        <p:spPr>
          <a:xfrm>
            <a:off x="7190271" y="6483811"/>
            <a:ext cx="43873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Your contact info – syam191199@gmail.com </a:t>
            </a:r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50A7A28E-D689-4027-88AC-101F4B04D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86" y="779403"/>
            <a:ext cx="3477784" cy="10627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82C5B3-64A6-FA48-37D7-FAEE037FED8A}"/>
              </a:ext>
            </a:extLst>
          </p:cNvPr>
          <p:cNvSpPr txBox="1"/>
          <p:nvPr/>
        </p:nvSpPr>
        <p:spPr>
          <a:xfrm>
            <a:off x="2926853" y="3588188"/>
            <a:ext cx="6917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GlassSpring</a:t>
            </a:r>
            <a:r>
              <a:rPr lang="en-US" dirty="0"/>
              <a:t> offers a premium, eco-friendly alternative to plastic water bottles, tapping into the growing demand for sustainable, health-conscious products—while helping to reduce plastic waste and improve consumer well-being</a:t>
            </a:r>
          </a:p>
        </p:txBody>
      </p:sp>
    </p:spTree>
    <p:extLst>
      <p:ext uri="{BB962C8B-B14F-4D97-AF65-F5344CB8AC3E}">
        <p14:creationId xmlns:p14="http://schemas.microsoft.com/office/powerpoint/2010/main" val="395357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19BB8BE-1351-4D9B-B761-F84A0B5B6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69170-7977-4834-A098-3B023F04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3741"/>
            <a:ext cx="3785554" cy="21993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Our Purpose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6A1BE-F06F-4B68-92B9-DA8152B7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982260"/>
            <a:ext cx="3748441" cy="314960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/>
              <a:t>At GlassSpring, we’re changing the way people drink water by making it healthier and more sustainable. Our eco-friendly glass bottles are designed to replace harmful plastic, offering a durable, stylish alternative that supports both personal well-being and a cleaner planet</a:t>
            </a:r>
          </a:p>
        </p:txBody>
      </p:sp>
      <p:pic>
        <p:nvPicPr>
          <p:cNvPr id="14" name="Picture 13" descr="A person drinking water from a bottle&#10;&#10;Description automatically generated">
            <a:extLst>
              <a:ext uri="{FF2B5EF4-FFF2-40B4-BE49-F238E27FC236}">
                <a16:creationId xmlns:a16="http://schemas.microsoft.com/office/drawing/2014/main" id="{8CEC9DFB-4ECD-3752-02A8-8C368EF7E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801" y="1305682"/>
            <a:ext cx="6362000" cy="424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5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69170-7977-4834-A098-3B023F04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300" cap="all">
                <a:latin typeface="Avenir Next LT Pro" panose="020B0502020104020203"/>
              </a:rPr>
              <a:t>The Problem We Discovered</a:t>
            </a:r>
            <a:endParaRPr lang="en-US" sz="43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le of plastic bottles and a pile of plastic bottles&#10;&#10;Description automatically generated">
            <a:extLst>
              <a:ext uri="{FF2B5EF4-FFF2-40B4-BE49-F238E27FC236}">
                <a16:creationId xmlns:a16="http://schemas.microsoft.com/office/drawing/2014/main" id="{628EEEF6-8829-50FD-BB8E-EC99A09EA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0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6A1BE-F06F-4B68-92B9-DA8152B73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Plastic waste is overwhelming the planet, with millions of bottles discarded daily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Microplastics harm both health and the environment.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Consumers are searching for sustainable and healthy alternatives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4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6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82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9170-7977-4834-A098-3B023F04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6A1BE-F06F-4B68-92B9-DA8152B73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74"/>
            <a:ext cx="10515600" cy="3843112"/>
          </a:xfrm>
        </p:spPr>
        <p:txBody>
          <a:bodyPr>
            <a:normAutofit/>
          </a:bodyPr>
          <a:lstStyle/>
          <a:p>
            <a:r>
              <a:rPr lang="en-US" dirty="0" err="1"/>
              <a:t>GlassSpring</a:t>
            </a:r>
            <a:r>
              <a:rPr lang="en-US" dirty="0"/>
              <a:t> offers high-quality, chemical-free, and 100% recyclable glass bottles.</a:t>
            </a:r>
          </a:p>
          <a:p>
            <a:r>
              <a:rPr lang="en-US" dirty="0"/>
              <a:t>Designed for durability and style, our bottles cater to eco-conscious and health-focused individuals.</a:t>
            </a:r>
          </a:p>
          <a:p>
            <a:r>
              <a:rPr lang="en-US" dirty="0"/>
              <a:t>- A healthier, premium alternative to plastic.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00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9170-7977-4834-A098-3B023F04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Business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6A1BE-F06F-4B68-92B9-DA8152B73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73"/>
            <a:ext cx="10515600" cy="492221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At </a:t>
            </a:r>
            <a:r>
              <a:rPr lang="en-US" dirty="0" err="1"/>
              <a:t>GlassSpring</a:t>
            </a:r>
            <a:r>
              <a:rPr lang="en-US" dirty="0"/>
              <a:t>, we’re creating a healthier, more sustainable way to hydrate. Our eco-friendly glass water bottles offer a stylish, chemical-free alternative to plastic, helping reduce waste and support a cleaner planet.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How We Make Money: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Direct Sales</a:t>
            </a:r>
            <a:r>
              <a:rPr lang="en-US" dirty="0"/>
              <a:t> through our website and retail stores.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Bulk Orders</a:t>
            </a:r>
            <a:r>
              <a:rPr lang="en-US" dirty="0"/>
              <a:t> for businesses like gyms and restaurants.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Subscription Service</a:t>
            </a:r>
            <a:r>
              <a:rPr lang="en-US" dirty="0"/>
              <a:t> for easy bottle replacements.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Who We Serve:</a:t>
            </a:r>
            <a:br>
              <a:rPr lang="en-US" dirty="0"/>
            </a:br>
            <a:r>
              <a:rPr lang="en-US" dirty="0"/>
              <a:t>We’re here for fitness enthusiasts, health-conscious individuals, and anyone who cares about the planet.</a:t>
            </a:r>
          </a:p>
          <a:p>
            <a:endParaRPr lang="en-US" dirty="0"/>
          </a:p>
          <a:p>
            <a:r>
              <a:rPr lang="en-US" b="1" dirty="0"/>
              <a:t>What Makes Us Different:</a:t>
            </a:r>
            <a:br>
              <a:rPr lang="en-US" dirty="0"/>
            </a:br>
            <a:r>
              <a:rPr lang="en-US" dirty="0"/>
              <a:t>Our bottles are not only durable and reusable, but they also reflect a lifestyle focused on health, sustainability, and style—offering a simple solution for people who want to make a positive impact on both their health and the environment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72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9170-7977-4834-A098-3B023F04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Your Ask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6A1BE-F06F-4B68-92B9-DA8152B73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74"/>
            <a:ext cx="10515600" cy="4899026"/>
          </a:xfrm>
        </p:spPr>
        <p:txBody>
          <a:bodyPr>
            <a:normAutofit/>
          </a:bodyPr>
          <a:lstStyle/>
          <a:p>
            <a:r>
              <a:rPr lang="en-US" dirty="0"/>
              <a:t>We are seeking </a:t>
            </a:r>
            <a:r>
              <a:rPr lang="en-US" b="1" dirty="0"/>
              <a:t>$100,000</a:t>
            </a:r>
            <a:r>
              <a:rPr lang="en-US" dirty="0"/>
              <a:t> to bring </a:t>
            </a:r>
            <a:r>
              <a:rPr lang="en-US" dirty="0" err="1"/>
              <a:t>GlassSpring</a:t>
            </a:r>
            <a:r>
              <a:rPr lang="en-US" dirty="0"/>
              <a:t> to market and scale our operations. These funds will enable us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Product Development &amp; Manufacturing:</a:t>
            </a:r>
            <a:r>
              <a:rPr lang="en-US" dirty="0"/>
              <a:t> Ramp up production of our eco-friendly glass bottles while maintaining premium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Marketing &amp; Brand Building:</a:t>
            </a:r>
            <a:r>
              <a:rPr lang="en-US" dirty="0"/>
              <a:t> Raise awareness about our mission and attract customers through digital campaigns and strategic retail partnerships.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Operational Expansion:</a:t>
            </a:r>
            <a:r>
              <a:rPr lang="en-US" dirty="0"/>
              <a:t> Build a robust supply chain and distribution system to meet growing demand efficiently.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92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DB7B-22DE-CCBF-C661-B01B0E4C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7676369A-6FC9-5C60-34F8-6901E7907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36865" y="-1"/>
            <a:ext cx="9520197" cy="677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8CE784-B88A-63EA-B1AB-F99FA9183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140" y="233937"/>
            <a:ext cx="2590154" cy="218269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Key Insights </a:t>
            </a:r>
          </a:p>
          <a:p>
            <a:pPr marL="0" indent="0">
              <a:buNone/>
            </a:pPr>
            <a:r>
              <a:rPr lang="en-US" b="1" dirty="0"/>
              <a:t>Enabled by the BMC</a:t>
            </a:r>
          </a:p>
          <a:p>
            <a:pPr marL="514350" indent="-514350">
              <a:buAutoNum type="arabicParenR"/>
            </a:pPr>
            <a:r>
              <a:rPr lang="en-US" dirty="0"/>
              <a:t>A Clear Focus on the Right Customers</a:t>
            </a:r>
          </a:p>
          <a:p>
            <a:pPr marL="514350" indent="-514350">
              <a:buAutoNum type="arabicParenR"/>
            </a:pPr>
            <a:r>
              <a:rPr lang="en-US" dirty="0"/>
              <a:t>Capitalizing on the Sustainability Movement</a:t>
            </a:r>
          </a:p>
          <a:p>
            <a:pPr marL="514350" indent="-514350">
              <a:buAutoNum type="arabicParenR"/>
            </a:pPr>
            <a:r>
              <a:rPr lang="en-US" dirty="0"/>
              <a:t>Building a Strong, Recognizable Brand</a:t>
            </a:r>
          </a:p>
          <a:p>
            <a:pPr marL="514350" indent="-514350">
              <a:buAutoNum type="arabicParenR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7724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6F89-3820-ED4E-DDD8-7188290DE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162A2E-8589-71D4-9ED6-0F7FBE66B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140" y="233937"/>
            <a:ext cx="2493523" cy="17748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Key Insights</a:t>
            </a:r>
          </a:p>
          <a:p>
            <a:pPr marL="0" indent="0">
              <a:buNone/>
            </a:pPr>
            <a:r>
              <a:rPr lang="en-US" b="1" dirty="0"/>
              <a:t>Enabled by the IIS</a:t>
            </a:r>
          </a:p>
          <a:p>
            <a:pPr marL="0" indent="0">
              <a:buNone/>
            </a:pPr>
            <a:r>
              <a:rPr lang="en-US" b="1" dirty="0"/>
              <a:t>1) Health</a:t>
            </a:r>
          </a:p>
          <a:p>
            <a:pPr marL="0" indent="0">
              <a:buNone/>
            </a:pPr>
            <a:r>
              <a:rPr lang="en-US" b="1" dirty="0"/>
              <a:t>2) Sustainability</a:t>
            </a:r>
          </a:p>
          <a:p>
            <a:pPr marL="0" indent="0">
              <a:buNone/>
            </a:pPr>
            <a:r>
              <a:rPr lang="en-US" b="1" dirty="0"/>
              <a:t>3) Scalability</a:t>
            </a:r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3AB8DA9D-9A36-040C-A4F2-1452CD339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239" y="278753"/>
            <a:ext cx="5209327" cy="579202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CE03755-D39C-73E5-5787-16A81EC96140}"/>
              </a:ext>
            </a:extLst>
          </p:cNvPr>
          <p:cNvSpPr/>
          <p:nvPr/>
        </p:nvSpPr>
        <p:spPr>
          <a:xfrm>
            <a:off x="6498310" y="787220"/>
            <a:ext cx="1113183" cy="5247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Eco-Friendly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1A334E-41D5-E05E-64C6-E9D260195664}"/>
              </a:ext>
            </a:extLst>
          </p:cNvPr>
          <p:cNvSpPr/>
          <p:nvPr/>
        </p:nvSpPr>
        <p:spPr>
          <a:xfrm>
            <a:off x="4524370" y="1902744"/>
            <a:ext cx="1446977" cy="48264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Environment impact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9F6948-761D-4CF6-9E2B-865B366C8A44}"/>
              </a:ext>
            </a:extLst>
          </p:cNvPr>
          <p:cNvSpPr/>
          <p:nvPr/>
        </p:nvSpPr>
        <p:spPr>
          <a:xfrm>
            <a:off x="4598503" y="4028661"/>
            <a:ext cx="1298713" cy="41081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Sustainable Production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B7AB50-9E82-BF25-8351-785F91F81025}"/>
              </a:ext>
            </a:extLst>
          </p:cNvPr>
          <p:cNvSpPr/>
          <p:nvPr/>
        </p:nvSpPr>
        <p:spPr>
          <a:xfrm>
            <a:off x="6339283" y="4982818"/>
            <a:ext cx="1431235" cy="52474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Supply chain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5077A3-6B67-97E5-5B40-1009085A78C1}"/>
              </a:ext>
            </a:extLst>
          </p:cNvPr>
          <p:cNvSpPr/>
          <p:nvPr/>
        </p:nvSpPr>
        <p:spPr>
          <a:xfrm>
            <a:off x="8388626" y="3856383"/>
            <a:ext cx="1073425" cy="5830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Retailers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CC53DD-A0BF-FC7F-1F0A-7460FCA37C8D}"/>
              </a:ext>
            </a:extLst>
          </p:cNvPr>
          <p:cNvSpPr/>
          <p:nvPr/>
        </p:nvSpPr>
        <p:spPr>
          <a:xfrm>
            <a:off x="8388626" y="1902744"/>
            <a:ext cx="1073426" cy="5830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Health Concisions Individuals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664798-7BD3-1D63-CEB1-CAD4B436FD00}"/>
              </a:ext>
            </a:extLst>
          </p:cNvPr>
          <p:cNvSpPr txBox="1"/>
          <p:nvPr/>
        </p:nvSpPr>
        <p:spPr>
          <a:xfrm>
            <a:off x="4968296" y="6082748"/>
            <a:ext cx="4691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Meta : Transforming hydration, reducing waste</a:t>
            </a:r>
          </a:p>
        </p:txBody>
      </p:sp>
    </p:spTree>
    <p:extLst>
      <p:ext uri="{BB962C8B-B14F-4D97-AF65-F5344CB8AC3E}">
        <p14:creationId xmlns:p14="http://schemas.microsoft.com/office/powerpoint/2010/main" val="3919593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9170-7977-4834-A098-3B023F04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2020104020203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6A1BE-F06F-4B68-92B9-DA8152B73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74"/>
            <a:ext cx="10515600" cy="48692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GlassSpring</a:t>
            </a:r>
            <a:r>
              <a:rPr lang="en-US" dirty="0"/>
              <a:t> is more than a product—it’s a step toward healthier living and a cleaner planet. By replacing harmful plastics with stylish, sustainable glass bottles, we’re creating real impact. With your support, we can scale this vision and make a difference for people and the environment—one bottle at a time.</a:t>
            </a:r>
          </a:p>
        </p:txBody>
      </p:sp>
    </p:spTree>
    <p:extLst>
      <p:ext uri="{BB962C8B-B14F-4D97-AF65-F5344CB8AC3E}">
        <p14:creationId xmlns:p14="http://schemas.microsoft.com/office/powerpoint/2010/main" val="2329435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ilver stopwatch on a shelf&#10;&#10;Description automatically generated">
            <a:extLst>
              <a:ext uri="{FF2B5EF4-FFF2-40B4-BE49-F238E27FC236}">
                <a16:creationId xmlns:a16="http://schemas.microsoft.com/office/drawing/2014/main" id="{6B01B89D-D79D-116F-4DF1-81644529C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/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3805E-1784-68F1-5CEF-8858D866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latin typeface="+mj-lt"/>
              </a:rPr>
              <a:t>Thankyou for your time</a:t>
            </a:r>
          </a:p>
        </p:txBody>
      </p:sp>
    </p:spTree>
    <p:extLst>
      <p:ext uri="{BB962C8B-B14F-4D97-AF65-F5344CB8AC3E}">
        <p14:creationId xmlns:p14="http://schemas.microsoft.com/office/powerpoint/2010/main" val="849594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9FFBD129B4424F90691339E55B5A7E" ma:contentTypeVersion="21" ma:contentTypeDescription="Create a new document." ma:contentTypeScope="" ma:versionID="54ae11ed8ec62031e0d49ac52976726b">
  <xsd:schema xmlns:xsd="http://www.w3.org/2001/XMLSchema" xmlns:xs="http://www.w3.org/2001/XMLSchema" xmlns:p="http://schemas.microsoft.com/office/2006/metadata/properties" xmlns:ns2="440d2437-d853-4db3-bdda-a2b2af628fb2" xmlns:ns3="a09baf1e-45c8-4993-a8ef-9209070ee381" targetNamespace="http://schemas.microsoft.com/office/2006/metadata/properties" ma:root="true" ma:fieldsID="415dc7485f7c05a29e24924d304ecdc7" ns2:_="" ns3:_="">
    <xsd:import namespace="440d2437-d853-4db3-bdda-a2b2af628fb2"/>
    <xsd:import namespace="a09baf1e-45c8-4993-a8ef-9209070ee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Image_x0020_Preview" minOccurs="0"/>
                <xsd:element ref="ns2:_Flow_SignoffStatus" minOccurs="0"/>
                <xsd:element ref="ns2:Link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d2437-d853-4db3-bdda-a2b2af628f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mage_x0020_Preview" ma:index="20" nillable="true" ma:displayName="Image Preview" ma:description="Thumbnail image" ma:internalName="Image_x0020_Preview">
      <xsd:simpleType>
        <xsd:restriction base="dms:Unknown"/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Link" ma:index="22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79e07e7f-4c49-412c-a033-3aaba2d60a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baf1e-45c8-4993-a8ef-9209070ee38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8361b637-5118-40ec-b3e4-7c7cd99d7f8d}" ma:internalName="TaxCatchAll" ma:showField="CatchAllData" ma:web="a09baf1e-45c8-4993-a8ef-9209070ee3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09baf1e-45c8-4993-a8ef-9209070ee381">
      <UserInfo>
        <DisplayName>Brenée Hendrix</DisplayName>
        <AccountId>13</AccountId>
        <AccountType/>
      </UserInfo>
    </SharedWithUsers>
    <_Flow_SignoffStatus xmlns="440d2437-d853-4db3-bdda-a2b2af628fb2" xsi:nil="true"/>
    <Image_x0020_Preview xmlns="440d2437-d853-4db3-bdda-a2b2af628fb2" xsi:nil="true"/>
    <Link xmlns="440d2437-d853-4db3-bdda-a2b2af628fb2">
      <Url xsi:nil="true"/>
      <Description xsi:nil="true"/>
    </Link>
    <lcf76f155ced4ddcb4097134ff3c332f xmlns="440d2437-d853-4db3-bdda-a2b2af628fb2">
      <Terms xmlns="http://schemas.microsoft.com/office/infopath/2007/PartnerControls"/>
    </lcf76f155ced4ddcb4097134ff3c332f>
    <TaxCatchAll xmlns="a09baf1e-45c8-4993-a8ef-9209070ee381" xsi:nil="true"/>
  </documentManagement>
</p:properties>
</file>

<file path=customXml/itemProps1.xml><?xml version="1.0" encoding="utf-8"?>
<ds:datastoreItem xmlns:ds="http://schemas.openxmlformats.org/officeDocument/2006/customXml" ds:itemID="{DEA99ED4-AF4C-4F2E-B88A-B5D66B9EBF0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40d2437-d853-4db3-bdda-a2b2af628fb2"/>
    <ds:schemaRef ds:uri="a09baf1e-45c8-4993-a8ef-9209070ee38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9DC5D4-6B2E-4085-A041-7FC61596D5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734896-821B-4E48-9958-DEEE253E646B}">
  <ds:schemaRefs>
    <ds:schemaRef ds:uri="http://schemas.microsoft.com/office/2006/metadata/properties"/>
    <ds:schemaRef ds:uri="http://www.w3.org/2000/xmlns/"/>
    <ds:schemaRef ds:uri="a09baf1e-45c8-4993-a8ef-9209070ee381"/>
    <ds:schemaRef ds:uri="440d2437-d853-4db3-bdda-a2b2af628fb2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8973</TotalTime>
  <Words>514</Words>
  <Application>Microsoft Macintosh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Avenir Next LT Pro</vt:lpstr>
      <vt:lpstr>Avenir Next LT Pro Light</vt:lpstr>
      <vt:lpstr>Calibri</vt:lpstr>
      <vt:lpstr>Calibri Light</vt:lpstr>
      <vt:lpstr>Wingdings 2</vt:lpstr>
      <vt:lpstr>Office Theme</vt:lpstr>
      <vt:lpstr>PowerPoint Presentation</vt:lpstr>
      <vt:lpstr>Our Purpose</vt:lpstr>
      <vt:lpstr>The Problem We Discovered</vt:lpstr>
      <vt:lpstr>Solution</vt:lpstr>
      <vt:lpstr>Business Model</vt:lpstr>
      <vt:lpstr>Your Ask</vt:lpstr>
      <vt:lpstr>PowerPoint Presentation</vt:lpstr>
      <vt:lpstr>PowerPoint Presentation</vt:lpstr>
      <vt:lpstr>Conclusion</vt:lpstr>
      <vt:lpstr>Thankyou for your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</dc:creator>
  <cp:lastModifiedBy>Jagarapu, Durga Syam Kumar</cp:lastModifiedBy>
  <cp:revision>8</cp:revision>
  <dcterms:created xsi:type="dcterms:W3CDTF">2020-06-15T13:30:26Z</dcterms:created>
  <dcterms:modified xsi:type="dcterms:W3CDTF">2024-12-04T22:49:36Z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0x010100A39FFBD129B4424F90691339E55B5A7E</vt:lpwstr>
  </property>
  <property fmtid="{D5CDD505-2E9C-101B-9397-08002B2CF9AE}" pid="3" name="MediaServiceImageTags">
    <vt:lpwstr/>
  </property>
</Properties>
</file>