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1623-A064-4BED-B073-BA4D61433402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02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184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B70D-CD01-44DA-83B3-8FEB3383D307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5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257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1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476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99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D0D6-7A82-473E-879B-C6ECD6CCCFEC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97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5E03-BC17-41A7-854C-DFAB672737DC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23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386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8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29781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23664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241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1995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874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02AB-6034-4B88-BC5A-7C17CB0EF809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49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9/8/24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99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19691-A86F-21AC-10E6-1D6BD936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 2- Process Scoping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4C310-79AD-D28E-D65D-23DF6160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826" y="3429000"/>
            <a:ext cx="8946541" cy="21335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MS 606 (PR &amp; OPR MGMT FOR ENG)</a:t>
            </a:r>
          </a:p>
          <a:p>
            <a:pPr marL="0" indent="0">
              <a:buNone/>
            </a:pPr>
            <a:r>
              <a:rPr lang="en-US" dirty="0"/>
              <a:t>STUDENT NAME : DURGA SYAM KUMAR JAGARAPU</a:t>
            </a:r>
          </a:p>
          <a:p>
            <a:pPr marL="0" indent="0">
              <a:buNone/>
            </a:pPr>
            <a:r>
              <a:rPr lang="en-US" dirty="0"/>
              <a:t>PROFESSOR NAME : SEAN GENOVESA</a:t>
            </a:r>
          </a:p>
        </p:txBody>
      </p:sp>
    </p:spTree>
    <p:extLst>
      <p:ext uri="{BB962C8B-B14F-4D97-AF65-F5344CB8AC3E}">
        <p14:creationId xmlns:p14="http://schemas.microsoft.com/office/powerpoint/2010/main" val="1009524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B191-B402-6B13-7CC2-D539B2A84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81" y="442913"/>
            <a:ext cx="9707361" cy="784836"/>
          </a:xfrm>
        </p:spPr>
        <p:txBody>
          <a:bodyPr anchor="b">
            <a:normAutofit/>
          </a:bodyPr>
          <a:lstStyle/>
          <a:p>
            <a:r>
              <a:rPr lang="en-US" dirty="0"/>
              <a:t>Process Scoping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59688-1621-8111-9292-201002692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87" y="1401347"/>
            <a:ext cx="11792913" cy="48979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Alternative Process 3">
            <a:extLst>
              <a:ext uri="{FF2B5EF4-FFF2-40B4-BE49-F238E27FC236}">
                <a16:creationId xmlns:a16="http://schemas.microsoft.com/office/drawing/2014/main" id="{FC91EB42-E7DF-C430-8D7F-C549187CB2AB}"/>
              </a:ext>
            </a:extLst>
          </p:cNvPr>
          <p:cNvSpPr/>
          <p:nvPr/>
        </p:nvSpPr>
        <p:spPr>
          <a:xfrm>
            <a:off x="2964769" y="1675473"/>
            <a:ext cx="1717589" cy="90613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 washing Guidelines</a:t>
            </a:r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59955961-3DAC-50AE-44C4-34D8BC56D438}"/>
              </a:ext>
            </a:extLst>
          </p:cNvPr>
          <p:cNvSpPr/>
          <p:nvPr/>
        </p:nvSpPr>
        <p:spPr>
          <a:xfrm>
            <a:off x="1671331" y="2883959"/>
            <a:ext cx="9280634" cy="191288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C62B25CA-AC5E-C81E-FF17-ADE75F986E96}"/>
              </a:ext>
            </a:extLst>
          </p:cNvPr>
          <p:cNvSpPr/>
          <p:nvPr/>
        </p:nvSpPr>
        <p:spPr>
          <a:xfrm>
            <a:off x="2573333" y="3423066"/>
            <a:ext cx="1818290" cy="8370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Rinse the car with water</a:t>
            </a:r>
            <a:endParaRPr lang="en-US" dirty="0"/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9D84AE14-A676-8FE1-6456-22F92C16B7D4}"/>
              </a:ext>
            </a:extLst>
          </p:cNvPr>
          <p:cNvSpPr/>
          <p:nvPr/>
        </p:nvSpPr>
        <p:spPr>
          <a:xfrm>
            <a:off x="4682358" y="3409208"/>
            <a:ext cx="1818290" cy="8370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Apply shampoo and scrub</a:t>
            </a:r>
            <a:endParaRPr lang="en-US" dirty="0"/>
          </a:p>
        </p:txBody>
      </p:sp>
      <p:sp>
        <p:nvSpPr>
          <p:cNvPr id="20" name="Process 19">
            <a:extLst>
              <a:ext uri="{FF2B5EF4-FFF2-40B4-BE49-F238E27FC236}">
                <a16:creationId xmlns:a16="http://schemas.microsoft.com/office/drawing/2014/main" id="{8069D493-CA85-0ACC-270B-184889CD4F01}"/>
              </a:ext>
            </a:extLst>
          </p:cNvPr>
          <p:cNvSpPr/>
          <p:nvPr/>
        </p:nvSpPr>
        <p:spPr>
          <a:xfrm>
            <a:off x="6747074" y="3409067"/>
            <a:ext cx="1818290" cy="8370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Clean the car and remove foam and dirt</a:t>
            </a:r>
            <a:endParaRPr lang="en-US" dirty="0"/>
          </a:p>
        </p:txBody>
      </p:sp>
      <p:sp>
        <p:nvSpPr>
          <p:cNvPr id="21" name="Process 20">
            <a:extLst>
              <a:ext uri="{FF2B5EF4-FFF2-40B4-BE49-F238E27FC236}">
                <a16:creationId xmlns:a16="http://schemas.microsoft.com/office/drawing/2014/main" id="{A7C470C0-E990-D17E-F29D-CAD3B079DB21}"/>
              </a:ext>
            </a:extLst>
          </p:cNvPr>
          <p:cNvSpPr/>
          <p:nvPr/>
        </p:nvSpPr>
        <p:spPr>
          <a:xfrm>
            <a:off x="8754762" y="3388581"/>
            <a:ext cx="1818290" cy="8370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Dry the car with cloth</a:t>
            </a:r>
            <a:endParaRPr lang="en-US" dirty="0"/>
          </a:p>
        </p:txBody>
      </p:sp>
      <p:sp>
        <p:nvSpPr>
          <p:cNvPr id="24" name="Alternative Process 23">
            <a:extLst>
              <a:ext uri="{FF2B5EF4-FFF2-40B4-BE49-F238E27FC236}">
                <a16:creationId xmlns:a16="http://schemas.microsoft.com/office/drawing/2014/main" id="{ADADB106-2D45-A91E-55EA-13FC12021DA3}"/>
              </a:ext>
            </a:extLst>
          </p:cNvPr>
          <p:cNvSpPr/>
          <p:nvPr/>
        </p:nvSpPr>
        <p:spPr>
          <a:xfrm>
            <a:off x="5237050" y="1675473"/>
            <a:ext cx="1717589" cy="90613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Safety Standards</a:t>
            </a:r>
          </a:p>
        </p:txBody>
      </p:sp>
      <p:sp>
        <p:nvSpPr>
          <p:cNvPr id="25" name="Alternative Process 24">
            <a:extLst>
              <a:ext uri="{FF2B5EF4-FFF2-40B4-BE49-F238E27FC236}">
                <a16:creationId xmlns:a16="http://schemas.microsoft.com/office/drawing/2014/main" id="{A7DD5333-C9A4-4FB9-A160-1E8ABDCBB71A}"/>
              </a:ext>
            </a:extLst>
          </p:cNvPr>
          <p:cNvSpPr/>
          <p:nvPr/>
        </p:nvSpPr>
        <p:spPr>
          <a:xfrm>
            <a:off x="7509331" y="1690383"/>
            <a:ext cx="1717589" cy="90613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Environment regulations</a:t>
            </a: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96B4EBA9-1971-2CC4-085E-F0830C2B50BD}"/>
              </a:ext>
            </a:extLst>
          </p:cNvPr>
          <p:cNvSpPr/>
          <p:nvPr/>
        </p:nvSpPr>
        <p:spPr>
          <a:xfrm>
            <a:off x="2964769" y="5220920"/>
            <a:ext cx="1827948" cy="635421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Water Supply System</a:t>
            </a: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E0DCC999-073B-6248-4AD8-6884E6AAA00F}"/>
              </a:ext>
            </a:extLst>
          </p:cNvPr>
          <p:cNvSpPr/>
          <p:nvPr/>
        </p:nvSpPr>
        <p:spPr>
          <a:xfrm>
            <a:off x="5126691" y="5218711"/>
            <a:ext cx="1827948" cy="635421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Cleaning tools</a:t>
            </a: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7F3A670A-276E-D2E4-6FAB-948492370C72}"/>
              </a:ext>
            </a:extLst>
          </p:cNvPr>
          <p:cNvSpPr/>
          <p:nvPr/>
        </p:nvSpPr>
        <p:spPr>
          <a:xfrm>
            <a:off x="7288613" y="5225273"/>
            <a:ext cx="1827948" cy="635421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Weather conditions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3E1E0A-FF3F-E373-A456-A2A988A76DA4}"/>
              </a:ext>
            </a:extLst>
          </p:cNvPr>
          <p:cNvSpPr txBox="1"/>
          <p:nvPr/>
        </p:nvSpPr>
        <p:spPr>
          <a:xfrm>
            <a:off x="5237050" y="2935226"/>
            <a:ext cx="238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Washing a Car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4A4BE5-3322-420D-7382-5587A96A726F}"/>
              </a:ext>
            </a:extLst>
          </p:cNvPr>
          <p:cNvSpPr txBox="1"/>
          <p:nvPr/>
        </p:nvSpPr>
        <p:spPr>
          <a:xfrm>
            <a:off x="977462" y="5307724"/>
            <a:ext cx="127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7E7932-AAD7-33CC-1BE7-3CDD8478EBEC}"/>
              </a:ext>
            </a:extLst>
          </p:cNvPr>
          <p:cNvSpPr txBox="1"/>
          <p:nvPr/>
        </p:nvSpPr>
        <p:spPr>
          <a:xfrm>
            <a:off x="1755228" y="2935226"/>
            <a:ext cx="151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Activities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16E590-6A03-070C-36CD-32652D9A25D0}"/>
              </a:ext>
            </a:extLst>
          </p:cNvPr>
          <p:cNvSpPr txBox="1"/>
          <p:nvPr/>
        </p:nvSpPr>
        <p:spPr>
          <a:xfrm>
            <a:off x="11235559" y="3423066"/>
            <a:ext cx="872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 Car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C48427-6F7D-E4EB-1459-6E20F6F60A93}"/>
              </a:ext>
            </a:extLst>
          </p:cNvPr>
          <p:cNvSpPr txBox="1"/>
          <p:nvPr/>
        </p:nvSpPr>
        <p:spPr>
          <a:xfrm>
            <a:off x="199387" y="3409067"/>
            <a:ext cx="1387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Cleaning items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FDB366-BC19-5C82-784C-5214BECA1D8B}"/>
              </a:ext>
            </a:extLst>
          </p:cNvPr>
          <p:cNvSpPr txBox="1"/>
          <p:nvPr/>
        </p:nvSpPr>
        <p:spPr>
          <a:xfrm>
            <a:off x="5004486" y="2935226"/>
            <a:ext cx="2242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Washing a Car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EA25A2-1344-63CA-B2F2-C47C1C14AD12}"/>
              </a:ext>
            </a:extLst>
          </p:cNvPr>
          <p:cNvSpPr txBox="1"/>
          <p:nvPr/>
        </p:nvSpPr>
        <p:spPr>
          <a:xfrm>
            <a:off x="1266396" y="1789225"/>
            <a:ext cx="142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Guides</a:t>
            </a:r>
          </a:p>
        </p:txBody>
      </p:sp>
    </p:spTree>
    <p:extLst>
      <p:ext uri="{BB962C8B-B14F-4D97-AF65-F5344CB8AC3E}">
        <p14:creationId xmlns:p14="http://schemas.microsoft.com/office/powerpoint/2010/main" val="2440660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AC9F5-191E-C0F9-5A76-6F857D39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In PSD and IPO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B732D-178E-AF04-B572-4C3F36B99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130" y="1322174"/>
            <a:ext cx="11405286" cy="49262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Additional Parameters: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The IPO model follow input, process and output </a:t>
            </a:r>
            <a:r>
              <a:rPr lang="en-US" dirty="0" err="1"/>
              <a:t>method,while</a:t>
            </a:r>
            <a:r>
              <a:rPr lang="en-US" dirty="0"/>
              <a:t> process scoping diagram   gives more information that are interconnected with guides(on top),inputs(left),enablers(bottom) and output(right)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Guides: I have added guides to process scope diagram that were not mentioned in IPO to specify how the process has to be done.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Enablers: I have mentioned enablers like safety standards, tools and environment conditions that expedite the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The IPO mainly focus on output directly, whereas process scoping diagram gives detail information to achieve an output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3760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163</TotalTime>
  <Words>197</Words>
  <Application>Microsoft Macintosh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Century Gothic</vt:lpstr>
      <vt:lpstr>Wingdings 3</vt:lpstr>
      <vt:lpstr>Ion</vt:lpstr>
      <vt:lpstr>Assignment 2- Process Scoping Diagram</vt:lpstr>
      <vt:lpstr>Process Scoping Diagram</vt:lpstr>
      <vt:lpstr>Difference In PSD and IPO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Jagarapu, Durga Syam Kumar</dc:creator>
  <cp:lastModifiedBy>Jagarapu, Durga Syam Kumar</cp:lastModifiedBy>
  <cp:revision>3</cp:revision>
  <dcterms:created xsi:type="dcterms:W3CDTF">2024-09-08T18:41:50Z</dcterms:created>
  <dcterms:modified xsi:type="dcterms:W3CDTF">2024-09-09T05:59:28Z</dcterms:modified>
</cp:coreProperties>
</file>